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– Solution Fit Canvas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754880" y="1280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Ticket Classification using Flow Designer  |  Team ID: SWTID-2026-8980  |  23 October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3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576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SEGMENT(S)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11880" y="594360"/>
            <a:ext cx="438912" cy="201168"/>
          </a:xfrm>
          <a:prstGeom prst="rect">
            <a:avLst/>
          </a:prstGeom>
          <a:solidFill>
            <a:srgbClr val="E0338F"/>
          </a:solidFill>
          <a:ln w="12700">
            <a:solidFill>
              <a:srgbClr val="E033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5943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859536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teachers of the school who raise IT support requests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IT helpdesk staff who review and categorise each ticket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548640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3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79392" y="576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CUSTOMER CONSTRAINTS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52360" y="594360"/>
            <a:ext cx="438912" cy="201168"/>
          </a:xfrm>
          <a:prstGeom prst="rect">
            <a:avLst/>
          </a:prstGeom>
          <a:solidFill>
            <a:srgbClr val="E0338F"/>
          </a:solidFill>
          <a:ln w="12700">
            <a:solidFill>
              <a:srgbClr val="E033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2360" y="5943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279392" y="859536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IT staff time for reviewing tickets one by one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must be no-code and easy to maintain (no scripting or machine learning)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provide only Caller and Short Description when raising a ticket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548640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3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9872" y="576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AVAILABLE SOLUTIONS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292840" y="594360"/>
            <a:ext cx="438912" cy="201168"/>
          </a:xfrm>
          <a:prstGeom prst="rect">
            <a:avLst/>
          </a:prstGeom>
          <a:solidFill>
            <a:srgbClr val="E0338F"/>
          </a:solidFill>
          <a:ln w="12700">
            <a:solidFill>
              <a:srgbClr val="E033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92840" y="5943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119872" y="859536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every ticket by IT staff to select Category and Subcategory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human judgement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time-consuming, error-prone and not scalable as requests increase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450592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" y="2478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JOBS-TO-BE-DONE / PROBLEMS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2496312"/>
            <a:ext cx="438912" cy="201168"/>
          </a:xfrm>
          <a:prstGeom prst="rect">
            <a:avLst/>
          </a:prstGeom>
          <a:solidFill>
            <a:srgbClr val="F28C1B"/>
          </a:solidFill>
          <a:ln w="12700">
            <a:solidFill>
              <a:srgbClr val="F28C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24963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J&amp;P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" y="2761488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Wi-Fi, projector, password and slow-computer issues classified without manual effort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tickets to the right category quickly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caller prompt confirmation that the ticket was created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ticket data in a standard, structured format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2450592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79392" y="2478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PROBLEM ROOT CAUSE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2496312"/>
            <a:ext cx="438912" cy="201168"/>
          </a:xfrm>
          <a:prstGeom prst="rect">
            <a:avLst/>
          </a:prstGeom>
          <a:solidFill>
            <a:srgbClr val="F28C1B"/>
          </a:solidFill>
          <a:ln w="12700">
            <a:solidFill>
              <a:srgbClr val="F28C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24963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279392" y="2761488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volume of IT requests is rising while classification is done by hand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automated, rule-based classification exists at ticket creation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identification of issue type and category is slow and inconsistent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2450592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19872" y="2478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BEHAVIOUR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292840" y="2496312"/>
            <a:ext cx="438912" cy="201168"/>
          </a:xfrm>
          <a:prstGeom prst="rect">
            <a:avLst/>
          </a:prstGeom>
          <a:solidFill>
            <a:srgbClr val="F28C1B"/>
          </a:solidFill>
          <a:ln w="12700">
            <a:solidFill>
              <a:srgbClr val="F28C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292840" y="24963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2761488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 teacher submits a ticket with Caller and Short Description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staff read each ticket, choose Category and Subcategory, and inform the caller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352544"/>
            <a:ext cx="3749040" cy="11475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A3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8912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TRIGGERS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11880" y="4398264"/>
            <a:ext cx="438912" cy="201168"/>
          </a:xfrm>
          <a:prstGeom prst="rect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11880" y="43982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38912" y="4663440"/>
            <a:ext cx="36027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or device fails (Wi-Fi, projector, login, slow computer)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to report the issue and know that it has been received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5573268"/>
            <a:ext cx="3749040" cy="11475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A3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8912" y="56007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EMOTIONS: BEFORE / AFTER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11880" y="5618988"/>
            <a:ext cx="438912" cy="201168"/>
          </a:xfrm>
          <a:prstGeom prst="rect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11880" y="56189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38912" y="5884164"/>
            <a:ext cx="36027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frustrated, unsure whether the request was received; IT staff overloaded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reassured and in control after the confirmation email; IT staff free for resolution work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06240" y="4352544"/>
            <a:ext cx="3749040" cy="2368296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A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79392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YOUR SOLUTION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52360" y="4398264"/>
            <a:ext cx="438912" cy="201168"/>
          </a:xfrm>
          <a:prstGeom prst="rect">
            <a:avLst/>
          </a:prstGeom>
          <a:solidFill>
            <a:srgbClr val="6B4EA8"/>
          </a:solidFill>
          <a:ln w="12700">
            <a:solidFill>
              <a:srgbClr val="6B4EA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52360" y="43982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4279392" y="4663440"/>
            <a:ext cx="360273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Flow Designer flow "Auto Classify School IT Tickets" on the custom table Incident Workflow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record created and Category is empty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Network → Network, Wi-Fi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→ Hardware, Projector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→ Access, Forgot Password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computer → Performance, Slow Computer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Category–Subcategory choices; email sent to the caller after classification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046720" y="4352544"/>
            <a:ext cx="3749040" cy="11475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A37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19872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CHANNELS OF BEHAVIOUR – 8.1 ONLINE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1292840" y="4398264"/>
            <a:ext cx="438912" cy="201168"/>
          </a:xfrm>
          <a:prstGeom prst="rect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1292840" y="43982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8119872" y="4663440"/>
            <a:ext cx="36027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raised through the Incident Workflow form in ServiceNow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Designer classifies the record on creation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email received by the caller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46720" y="5573268"/>
            <a:ext cx="3749040" cy="11475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A37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19872" y="56007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OFFLINE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1292840" y="5618988"/>
            <a:ext cx="438912" cy="201168"/>
          </a:xfrm>
          <a:prstGeom prst="rect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1292840" y="56189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8119872" y="5884164"/>
            <a:ext cx="36027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noticed physically, e.g. a projector that does not turn on in a classroom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the ticket and informing the caller by IT staff (current process)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2026-10-23T16:08:57Z</dcterms:created>
  <dcterms:modified xsi:type="dcterms:W3CDTF">2026-10-23T16:08:57Z</dcterms:modified>
</cp:coreProperties>
</file>